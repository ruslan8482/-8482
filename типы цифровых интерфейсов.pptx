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SLIDES_API152148087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SLIDES_API152148087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SLIDES_API152148087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SLIDES_API152148087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SLIDES_API152148087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SLIDES_API152148087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SLIDES_API1521480875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SLIDES_API152148087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SLIDES_API1521480875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SLIDES_API1521480875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SLIDES_API152148087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SLIDES_API152148087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SLIDES_API1521480875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SLIDES_API1521480875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SLIDES_API1521480875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SLIDES_API1521480875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SLIDES_API1521480875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SLIDES_API1521480875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SLIDES_API1521480875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SLIDES_API1521480875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SLIDES_API1521480875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SLIDES_API1521480875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SLIDES_API1521480875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SLIDES_API1521480875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SLIDES_API1521480875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SLIDES_API1521480875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SLIDES_API1521480875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SLIDES_API1521480875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SLIDES_API1521480875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SLIDES_API1521480875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511975"/>
            <a:ext cx="8520600" cy="32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Типы цифровых интерфейсов: от пользователя до железа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текст на тему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Введение в цифровые интерфейсы</a:t>
            </a:r>
            <a:endParaRPr/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00" y="1524000"/>
            <a:ext cx="5080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317500" y="2159000"/>
            <a:ext cx="2793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Типы соединений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17500" y="2794000"/>
            <a:ext cx="2540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Интерфейсы бывают проводными и беспроводными, обеспечивая физическое соединение и передачу данных между устройствами.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8500" y="1524000"/>
            <a:ext cx="5080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3111500" y="2159000"/>
            <a:ext cx="2793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Методы передачи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3111500" y="2794000"/>
            <a:ext cx="2540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Данные передаются параллельно (скорость на коротких дистанциях) или последовательно (меньше линий, меньше помех).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2500" y="1524000"/>
            <a:ext cx="5080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/>
        </p:nvSpPr>
        <p:spPr>
          <a:xfrm>
            <a:off x="5905500" y="2159000"/>
            <a:ext cx="2793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Режимы и стандарты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5905500" y="2794000"/>
            <a:ext cx="2540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Синхронная и асинхронная передача, односторонняя и двухсторонняя; стандартизация обеспечивает совместимость и надежность.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Перспективы цифровых интерфейсов в эпоху новых технологий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511975"/>
            <a:ext cx="8520600" cy="32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Развитие цифровых интерфейсов движется под влиянием роста IoT и требований к безопасности, скорости и устойчивости связи. Технологии 5G, edge computing и спутниковые сети расширяют возможности передачи данных. Искусственный интеллект улучшает обработку и автоматизацию. Усиление стандартов безопасности и оптоволокно обеспечивают надежность. В будущем интерфейсы станут адаптивными, безопасными и интуитивными, улучшая пользовательский опыт и интеграцию в умные экосистемы.</a:t>
            </a:r>
            <a:endParaRPr/>
          </a:p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Классификация цифровых интерфейсов по способу подключения</a:t>
            </a:r>
            <a:endParaRPr/>
          </a:p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00" y="1651000"/>
            <a:ext cx="5080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317500" y="2159000"/>
            <a:ext cx="2793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Магистральный интерфейс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317500" y="2794000"/>
            <a:ext cx="2540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Общая шина соединяет все устройства параллельно. Высокая скорость, но возрастание задержек и сложности адресации. Используется при минимальных линиях соединений.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8500" y="1651000"/>
            <a:ext cx="5080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3111500" y="2159000"/>
            <a:ext cx="2793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Радиальный интерфейс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3111500" y="2794000"/>
            <a:ext cx="2540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Каждое устройство подключено к центральному контроллеру индивидуально. Обеспечивает отказоустойчивость, но создает узкое место в центре и ограничивает масштабируемость.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2500" y="1651000"/>
            <a:ext cx="5080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5905500" y="2159000"/>
            <a:ext cx="2793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Цепочный интерфейс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5905500" y="2794000"/>
            <a:ext cx="2540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Устройства соединены последовательно. Быстрый сбор данных и простая аппаратура, но увеличивается время адресации от центрального блока.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Схемы соединения компонентов цифровых интерфейсов: магистральные, радиальные и смешанные топологии</a:t>
            </a:r>
            <a:endParaRPr/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0" y="1287859"/>
            <a:ext cx="5079999" cy="1488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Способы передачи информации в цифровых интерфейсах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11700" y="1511975"/>
            <a:ext cx="8520600" cy="32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Цифровые интерфейсы используют три основных метода передачи данных: параллельный, последовательный и параллельно-последовательный. Параллельный обеспечивает высокую скорость на коротких расстояниях, последовательный — надежность и простоту на дальних, а гибридный балансирует между ними, оптимизируя скорость и количество проводов.</a:t>
            </a:r>
            <a:endParaRPr/>
          </a:p>
        </p:txBody>
      </p:sp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Схемы передачи данных в цифровых интерфейсах: параллельный и последовательный способы</a:t>
            </a:r>
            <a:endParaRPr/>
          </a:p>
        </p:txBody>
      </p:sp>
      <p:sp>
        <p:nvSpPr>
          <p:cNvPr id="117" name="Google Shape;11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0" y="1089812"/>
            <a:ext cx="5080000" cy="188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Принципы синхронных и асинхронных интерфейсов</a:t>
            </a:r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1511975"/>
            <a:ext cx="8520600" cy="32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Синхронные интерфейсы используют общий тактовый сигнал для точной временной синхронизации передачи данных, повышая надежность и уменьшая ошибки. Данные передаются пакетами с подтверждением приема. Асинхронные интерфейсы работают без общего такта, используют стартовые и стоповые биты для разграничения данных, обеспечивая гибкость при нерегулярных потоках. Выбор зависит от требований к скорости и надежности.</a:t>
            </a:r>
            <a:endParaRPr/>
          </a:p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Режимы передачи данных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1511975"/>
            <a:ext cx="8520600" cy="32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Передача данных бывает односторонней (симплекс) — информация идёт только в одном направлении, полудуплексной (двухсторонняя поочерёдная) — передача и приём по очереди, и полнодуплексной — одновременный обмен в обоих направлениях. Выбор режима влияет на скорость, сложность и функциональность интерфейса.</a:t>
            </a:r>
            <a:endParaRPr/>
          </a:p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Стандартизация цифровых интерфейсов: назначение и основные требования</a:t>
            </a:r>
            <a:endParaRPr/>
          </a:p>
        </p:txBody>
      </p:sp>
      <p:sp>
        <p:nvSpPr>
          <p:cNvPr id="138" name="Google Shape;13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00" y="1651000"/>
            <a:ext cx="5080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317500" y="2159000"/>
            <a:ext cx="2793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Роль стандартов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317500" y="2794000"/>
            <a:ext cx="2540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Обеспечивает совместимость и эффективное взаимодействие разных устройств, упрощает разработку и масштабирование систем.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8500" y="1651000"/>
            <a:ext cx="5080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2"/>
          <p:cNvSpPr txBox="1"/>
          <p:nvPr/>
        </p:nvSpPr>
        <p:spPr>
          <a:xfrm>
            <a:off x="3111500" y="2159000"/>
            <a:ext cx="2793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Ключевые компоненты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3111500" y="2794000"/>
            <a:ext cx="2540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Определяет параметры сигналов, протоколы, форматы данных и методы обработки ошибок для надежной связи.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2500" y="1651000"/>
            <a:ext cx="5080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5905500" y="2159000"/>
            <a:ext cx="2793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Цели и требования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5905500" y="2794000"/>
            <a:ext cx="2540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Гарантирует взаимодействие, снижает издержки, поддерживает модульность и упрощает интеграцию периферии.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Особенности USB: архитектура и типы разъёмов</a:t>
            </a:r>
            <a:endParaRPr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311700" y="1511975"/>
            <a:ext cx="8520600" cy="32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USB возник в 1990-х для стандартизации подключения устройств. Архитектура строится по модели «хост-устройство» с уникальными адресами и автоматической передачей данных. Типы разъёмов: Type A — для хоста, Type B — для периферии, Mini-USB — для портативных устройств, Type-C — реверсивный, универсальный с высокой скоростью и мощностью.</a:t>
            </a:r>
            <a:endParaRPr/>
          </a:p>
        </p:txBody>
      </p:sp>
      <p:sp>
        <p:nvSpPr>
          <p:cNvPr id="154" name="Google Shape;15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Разновидности USB-разъёмов и их архитектура для подключения периферийных устройств</a:t>
            </a:r>
            <a:endParaRPr/>
          </a:p>
        </p:txBody>
      </p:sp>
      <p:sp>
        <p:nvSpPr>
          <p:cNvPr id="160" name="Google Shape;16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0" y="603250"/>
            <a:ext cx="5079999" cy="285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Влияние стандартных цифровых интерфейсов на пользовательский опыт</a:t>
            </a:r>
            <a:endParaRPr/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311700" y="1511975"/>
            <a:ext cx="8520600" cy="32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Стандартизация интерфейсов, таких как USB и HDMI, упрощает подключение устройств и снижает время настройки. Пользователи быстро привыкают к привычным паттернам работы, что уменьшает когнитивную нагрузку и ошибки. Это повышает продуктивность и удовлетворённость, делая взаимодействие с техникой комфортным и доступным для всех категорий пользователей.</a:t>
            </a:r>
            <a:endParaRPr/>
          </a:p>
        </p:txBody>
      </p:sp>
      <p:sp>
        <p:nvSpPr>
          <p:cNvPr id="168" name="Google Shape;16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Заключение: Суть цифровых интерфейсов</a:t>
            </a:r>
            <a:endParaRPr/>
          </a:p>
        </p:txBody>
      </p:sp>
      <p:sp>
        <p:nvSpPr>
          <p:cNvPr id="174" name="Google Shape;17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5" name="Google Shape;1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00" y="1524000"/>
            <a:ext cx="5080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 txBox="1"/>
          <p:nvPr/>
        </p:nvSpPr>
        <p:spPr>
          <a:xfrm>
            <a:off x="317500" y="2159000"/>
            <a:ext cx="2793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Технологии и стандарты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317500" y="2794000"/>
            <a:ext cx="2540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Интерфейсы — это сложные системы, объединяющие аппаратные решения и стандарты для надежной и удобной передачи данных.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8500" y="1524000"/>
            <a:ext cx="5080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6"/>
          <p:cNvSpPr txBox="1"/>
          <p:nvPr/>
        </p:nvSpPr>
        <p:spPr>
          <a:xfrm>
            <a:off x="3111500" y="2159000"/>
            <a:ext cx="2793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Вызовы современности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3111500" y="2794000"/>
            <a:ext cx="2540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Рост устройств и новые технологии требуют адаптации интерфейсов с учётом безопасности, AI и современных протоколов.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81" name="Google Shape;18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2500" y="1524000"/>
            <a:ext cx="5080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/>
          <p:nvPr/>
        </p:nvSpPr>
        <p:spPr>
          <a:xfrm>
            <a:off x="5905500" y="2159000"/>
            <a:ext cx="2793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Перспективы развития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5905500" y="2794000"/>
            <a:ext cx="2540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Понимание основ интерфейсов открывает возможности для оптимизации цифровых коммуникаций и улучшения пользовательского опыта.</a:t>
            </a:r>
            <a:endParaRPr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Библиография</a:t>
            </a:r>
            <a:endParaRPr/>
          </a:p>
        </p:txBody>
      </p:sp>
      <p:sp>
        <p:nvSpPr>
          <p:cNvPr id="189" name="Google Shape;189;p27"/>
          <p:cNvSpPr txBox="1"/>
          <p:nvPr>
            <p:ph idx="1" type="body"/>
          </p:nvPr>
        </p:nvSpPr>
        <p:spPr>
          <a:xfrm>
            <a:off x="311700" y="1511975"/>
            <a:ext cx="8520600" cy="32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Основные источники: studfile.net (стандартизация, интерфейсы), razumdom.ru (лекции по цифровым интерфейсам), geeksforgeeks.org (синхронная и асинхронная связь), cyberleninka.ru (влияние дизайна UI), ibik.ru (гайд по USB), silaunion.ru (влияние UI/UX), studizba.com (классификация интерфейсов), bibliofond.ru (компьютерные интерфейсы), а также ресурсы dzen.ru, akran.ru, sky.pro и другие.</a:t>
            </a:r>
            <a:endParaRPr/>
          </a:p>
        </p:txBody>
      </p:sp>
      <p:sp>
        <p:nvSpPr>
          <p:cNvPr id="190" name="Google Shape;19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